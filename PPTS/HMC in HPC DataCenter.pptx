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nix\Pictures\Screenshots\Screenshot 2025-01-02 231251.pngScreenshot 2025-01-02 23125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4523" y="1270"/>
            <a:ext cx="10942955" cy="6854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nix\Pictures\Screenshots\Screenshot 2025-01-02 231326.pngScreenshot 2025-01-02 23132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40828" y="0"/>
            <a:ext cx="9110345" cy="6855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nix\Pictures\Screenshots\Screenshot 2025-01-02 231556.pngScreenshot 2025-01-02 23155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8445" y="318"/>
            <a:ext cx="9135110" cy="6854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nix\Pictures\Screenshots\Screenshot 2025-01-02 231805.pngScreenshot 2025-01-02 2318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8445" y="318"/>
            <a:ext cx="9135110" cy="6854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nix\Pictures\Screenshots\Screenshot 2025-01-02 231951.pngScreenshot 2025-01-02 23195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44638" y="635"/>
            <a:ext cx="9102725" cy="68541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nix</cp:lastModifiedBy>
  <cp:revision>29</cp:revision>
  <dcterms:created xsi:type="dcterms:W3CDTF">2025-01-02T16:12:00Z</dcterms:created>
  <dcterms:modified xsi:type="dcterms:W3CDTF">2025-01-03T05:39:19Z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00F18231D3C64B1EAC322AB5382708F0</vt:lpwstr>
  </property>
  <property fmtid="{D5CDD505-2E9C-101B-9397-08002B2CF9AE}" pid="3" name="KSOProductBuildVer">
    <vt:lpwstr>1033-11.2.0.10426</vt:lpwstr>
  </property>
</Properties>
</file>